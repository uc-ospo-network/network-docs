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F33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r>
              <a:rPr lang="en-US">
                <a:solidFill>
                  <a:srgbClr val="FFFFFF"/>
                </a:solidFill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FFFFFF"/>
                </a:solidFill>
              </a:rPr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FFFFFF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0" y="1139429"/>
            <a:ext cx="82296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F33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pPr lvl="0"/>
            <a:r>
              <a:rPr lang="en-US">
                <a:solidFill>
                  <a:srgbClr val="FFFFFF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FFFFFF"/>
                </a:solidFill>
              </a:rPr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  <a:lvl6pPr>
              <a:defRPr>
                <a:solidFill>
                  <a:srgbClr val="FFFFFF"/>
                </a:solidFill>
              </a:defRPr>
            </a:lvl6pPr>
            <a:lvl7pPr>
              <a:defRPr>
                <a:solidFill>
                  <a:srgbClr val="FFFFFF"/>
                </a:solidFill>
              </a:defRPr>
            </a:lvl7pPr>
            <a:lvl8pPr>
              <a:defRPr>
                <a:solidFill>
                  <a:srgbClr val="FFFFFF"/>
                </a:solidFill>
              </a:defRPr>
            </a:lvl8pPr>
            <a:lvl9pPr>
              <a:defRPr>
                <a:solidFill>
                  <a:srgbClr val="FFFFFF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FFFFFF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0" y="1139429"/>
            <a:ext cx="82296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0" y="1139429"/>
            <a:ext cx="82296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0" y="1139429"/>
            <a:ext cx="82296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1" y="1152525"/>
            <a:ext cx="3008313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1792288" y="4101704"/>
            <a:ext cx="54864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457200" y="1139429"/>
            <a:ext cx="82296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>
            <a:lvl1pPr>
              <a:defRPr b="1">
                <a:solidFill>
                  <a:srgbClr val="1F335E"/>
                </a:solidFill>
              </a:defRPr>
            </a:lvl1pPr>
            <a:lvl2pPr>
              <a:defRPr b="1">
                <a:solidFill>
                  <a:srgbClr val="1F335E"/>
                </a:solidFill>
              </a:defRPr>
            </a:lvl2pPr>
            <a:lvl3pPr>
              <a:defRPr b="1">
                <a:solidFill>
                  <a:srgbClr val="1F335E"/>
                </a:solidFill>
              </a:defRPr>
            </a:lvl3pPr>
            <a:lvl4pPr>
              <a:defRPr b="1">
                <a:solidFill>
                  <a:srgbClr val="1F335E"/>
                </a:solidFill>
              </a:defRPr>
            </a:lvl4pPr>
            <a:lvl5pPr>
              <a:defRPr b="1">
                <a:solidFill>
                  <a:srgbClr val="1F335E"/>
                </a:solidFill>
              </a:defRPr>
            </a:lvl5pPr>
            <a:lvl6pPr>
              <a:defRPr b="1">
                <a:solidFill>
                  <a:srgbClr val="1F335E"/>
                </a:solidFill>
              </a:defRPr>
            </a:lvl6pPr>
            <a:lvl7pPr>
              <a:defRPr b="1">
                <a:solidFill>
                  <a:srgbClr val="1F335E"/>
                </a:solidFill>
              </a:defRPr>
            </a:lvl7pPr>
            <a:lvl8pPr>
              <a:defRPr b="1">
                <a:solidFill>
                  <a:srgbClr val="1F335E"/>
                </a:solidFill>
              </a:defRPr>
            </a:lvl8pPr>
            <a:lvl9pPr>
              <a:defRPr b="1">
                <a:solidFill>
                  <a:srgbClr val="1F335E"/>
                </a:solidFill>
              </a:defRPr>
            </a:lvl9pPr>
          </a:lstStyle>
          <a:p>
            <a:r>
              <a:rPr lang="en-US">
                <a:solidFill>
                  <a:srgbClr val="1F335E"/>
                </a:solidFill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pPr lvl="0"/>
            <a:r>
              <a:rPr lang="en-US">
                <a:solidFill>
                  <a:srgbClr val="222832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22832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222832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222832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222832"/>
                </a:solidFill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241EB5C9-1307-BA42-ABA2-0BC069CD8E7F}" type="datetimeFigureOut">
              <a:rPr lang="en-US" smtClean="0">
                <a:solidFill>
                  <a:srgbClr val="222832"/>
                </a:solidFill>
              </a:rPr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rgbClr val="222832"/>
                </a:solidFill>
              </a:defRPr>
            </a:lvl1pPr>
            <a:lvl2pPr>
              <a:defRPr sz="1600">
                <a:solidFill>
                  <a:srgbClr val="222832"/>
                </a:solidFill>
              </a:defRPr>
            </a:lvl2pPr>
            <a:lvl3pPr>
              <a:defRPr sz="1600">
                <a:solidFill>
                  <a:srgbClr val="222832"/>
                </a:solidFill>
              </a:defRPr>
            </a:lvl3pPr>
            <a:lvl4pPr>
              <a:defRPr sz="1600">
                <a:solidFill>
                  <a:srgbClr val="222832"/>
                </a:solidFill>
              </a:defRPr>
            </a:lvl4pPr>
            <a:lvl5pPr>
              <a:defRPr sz="1600">
                <a:solidFill>
                  <a:srgbClr val="222832"/>
                </a:solidFill>
              </a:defRPr>
            </a:lvl5pPr>
            <a:lvl6pPr>
              <a:defRPr sz="1600">
                <a:solidFill>
                  <a:srgbClr val="222832"/>
                </a:solidFill>
              </a:defRPr>
            </a:lvl6pPr>
            <a:lvl7pPr>
              <a:defRPr sz="1600">
                <a:solidFill>
                  <a:srgbClr val="222832"/>
                </a:solidFill>
              </a:defRPr>
            </a:lvl7pPr>
            <a:lvl8pPr>
              <a:defRPr sz="1600">
                <a:solidFill>
                  <a:srgbClr val="222832"/>
                </a:solidFill>
              </a:defRPr>
            </a:lvl8pPr>
            <a:lvl9pPr>
              <a:defRPr sz="1600">
                <a:solidFill>
                  <a:srgbClr val="222832"/>
                </a:solidFill>
              </a:defRPr>
            </a:lvl9pPr>
          </a:lstStyle>
          <a:p>
            <a:fld id="{C5EF2332-01BF-834F-8236-50238282D533}" type="slidenum">
              <a:rPr lang="en-US" smtClean="0">
                <a:solidFill>
                  <a:srgbClr val="222832"/>
                </a:solidFill>
              </a:rPr>
              <a:t>‹#›</a:t>
            </a:fld>
            <a:endParaRPr lang="en-US"/>
          </a:p>
        </p:txBody>
      </p:sp>
      <p:sp>
        <p:nvSpPr>
          <p:cNvPr id="100" name="OrangeRule"/>
          <p:cNvSpPr>
            <a:spLocks noGrp="1"/>
          </p:cNvSpPr>
          <p:nvPr/>
        </p:nvSpPr>
        <p:spPr>
          <a:xfrm>
            <a:off x="6629400" y="4670823"/>
            <a:ext cx="205740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35e"/>
      </a:dk2>
      <a:lt2>
        <a:srgbClr val="f0f4fa"/>
      </a:lt2>
      <a:accent1>
        <a:srgbClr val="003cb3"/>
      </a:accent1>
      <a:accent2>
        <a:srgbClr val="ff9100"/>
      </a:accent2>
      <a:accent3>
        <a:srgbClr val="00a291"/>
      </a:accent3>
      <a:accent4>
        <a:srgbClr val="1f335e"/>
      </a:accent4>
      <a:accent5>
        <a:srgbClr val="f0f4fa"/>
      </a:accent5>
      <a:accent6>
        <a:srgbClr val="222832"/>
      </a:accent6>
      <a:hlink>
        <a:srgbClr val="003cb3"/>
      </a:hlink>
      <a:folHlink>
        <a:srgbClr val="ff91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